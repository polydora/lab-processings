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903460" cy="6858000" type="A4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1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11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585" y="1279525"/>
            <a:ext cx="498848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7950" y="1322962"/>
            <a:ext cx="74277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950" y="3602038"/>
            <a:ext cx="74277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129" y="1825625"/>
            <a:ext cx="8541855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714" y="3750945"/>
            <a:ext cx="7995610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14" y="4610028"/>
            <a:ext cx="5947318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6129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8954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162" y="365125"/>
            <a:ext cx="8541855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162" y="1744961"/>
            <a:ext cx="41896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162" y="2615609"/>
            <a:ext cx="41896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13698" y="1744961"/>
            <a:ext cx="4210320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13698" y="2615609"/>
            <a:ext cx="4210320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873" y="2766219"/>
            <a:ext cx="8541855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55" y="127000"/>
            <a:ext cx="3383405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0980" y="766354"/>
            <a:ext cx="4725472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9481" y="2057400"/>
            <a:ext cx="3383405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0459" y="365125"/>
            <a:ext cx="1242268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873" y="365125"/>
            <a:ext cx="721321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80873" y="551543"/>
            <a:ext cx="8541855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873" y="365125"/>
            <a:ext cx="85418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873" y="1825625"/>
            <a:ext cx="85418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873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568" y="6356350"/>
            <a:ext cx="33424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4418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Рисунок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930" y="445135"/>
            <a:ext cx="8623935" cy="5855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polyd</dc:creator>
  <cp:lastModifiedBy>google1599737165</cp:lastModifiedBy>
  <cp:revision>4</cp:revision>
  <dcterms:created xsi:type="dcterms:W3CDTF">2025-07-23T00:59:00Z</dcterms:created>
  <dcterms:modified xsi:type="dcterms:W3CDTF">2025-11-22T13:10:26Z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2D4EA8BF011341EDA2938C81E480A5A3_11</vt:lpwstr>
  </property>
</Properties>
</file>
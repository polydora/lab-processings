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е поле 3"/>
          <p:cNvSpPr txBox="1"/>
          <p:nvPr/>
        </p:nvSpPr>
        <p:spPr>
          <a:xfrm>
            <a:off x="174625" y="177800"/>
            <a:ext cx="83388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бинокуляр с цифровой фотокамерой </a:t>
            </a:r>
            <a:r>
              <a:rPr lang="en-US" altLang="ru-RU"/>
              <a:t>Sony Cyber-shot:7,2 MP</a:t>
            </a:r>
            <a:endParaRPr lang="ru-RU" altLang="en-US"/>
          </a:p>
        </p:txBody>
      </p:sp>
      <p:pic>
        <p:nvPicPr>
          <p:cNvPr id="5" name="Изображение 4" descr="IMG_20261021_144612_resized_20261021_0726574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951230"/>
            <a:ext cx="7620000" cy="5715000"/>
          </a:xfrm>
          <a:prstGeom prst="rect">
            <a:avLst/>
          </a:prstGeom>
        </p:spPr>
      </p:pic>
      <p:pic>
        <p:nvPicPr>
          <p:cNvPr id="6" name="Изображение 5" descr="IMG_20261021_144615_resized_20261021_0726572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0" y="469900"/>
            <a:ext cx="4205605" cy="3154045"/>
          </a:xfrm>
          <a:prstGeom prst="rect">
            <a:avLst/>
          </a:prstGeom>
        </p:spPr>
      </p:pic>
      <p:pic>
        <p:nvPicPr>
          <p:cNvPr id="7" name="Изображение 6" descr="IMG_20261021_144618_resized_20261021_0726570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3703320"/>
            <a:ext cx="4206240" cy="31546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66040" y="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Весы электронные лабораторные 6Х-200 (точность 1мг)</a:t>
            </a:r>
            <a:endParaRPr lang="ru-RU" altLang="en-US"/>
          </a:p>
        </p:txBody>
      </p:sp>
      <p:pic>
        <p:nvPicPr>
          <p:cNvPr id="5" name="Изображение 4" descr="IMG_20261021_144702_resized_20261021_0726568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" y="723900"/>
            <a:ext cx="7620000" cy="5715000"/>
          </a:xfrm>
          <a:prstGeom prst="rect">
            <a:avLst/>
          </a:prstGeom>
        </p:spPr>
      </p:pic>
      <p:pic>
        <p:nvPicPr>
          <p:cNvPr id="6" name="Изображение 5" descr="IMG_20261021_144707_resized_20261021_0726566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755" y="69850"/>
            <a:ext cx="4294505" cy="3221355"/>
          </a:xfrm>
          <a:prstGeom prst="rect">
            <a:avLst/>
          </a:prstGeom>
        </p:spPr>
      </p:pic>
      <p:pic>
        <p:nvPicPr>
          <p:cNvPr id="7" name="Изображение 6" descr="IMG_20261021_144727_resized_20261021_0726564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590" y="3429000"/>
            <a:ext cx="4140835" cy="31057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99695" y="971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мешок спальный</a:t>
            </a:r>
            <a:endParaRPr lang="ru-RU" altLang="en-US"/>
          </a:p>
        </p:txBody>
      </p:sp>
      <p:pic>
        <p:nvPicPr>
          <p:cNvPr id="5" name="Изображение 4" descr="IMG_20261021_150516_resized_20261021_0721457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5455"/>
            <a:ext cx="4636770" cy="6182360"/>
          </a:xfrm>
          <a:prstGeom prst="rect">
            <a:avLst/>
          </a:prstGeom>
        </p:spPr>
      </p:pic>
      <p:pic>
        <p:nvPicPr>
          <p:cNvPr id="6" name="Изображение 5" descr="IMG_20261021_150700_resized_20261021_0406439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290" y="465455"/>
            <a:ext cx="4636770" cy="61823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132080" y="115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Палатка 5-ти местная  Дракон</a:t>
            </a:r>
            <a:endParaRPr lang="ru-RU" altLang="en-US"/>
          </a:p>
        </p:txBody>
      </p:sp>
      <p:pic>
        <p:nvPicPr>
          <p:cNvPr id="5" name="Изображение 4" descr="IMG_20261021_153859_resized_20261021_0406415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" y="568960"/>
            <a:ext cx="4648835" cy="6198870"/>
          </a:xfrm>
          <a:prstGeom prst="rect">
            <a:avLst/>
          </a:prstGeom>
        </p:spPr>
      </p:pic>
      <p:pic>
        <p:nvPicPr>
          <p:cNvPr id="6" name="Изображение 5" descr="IMG_20261021_154056_resized_20261021_0406413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065" y="568960"/>
            <a:ext cx="4649470" cy="61988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 descr="IMG_20261021_155515_resized_20261021_0406400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80" y="568960"/>
            <a:ext cx="4603115" cy="613791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76200" y="1149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Палатка Орион-4-1</a:t>
            </a:r>
            <a:endParaRPr lang="ru-RU" altLang="en-US"/>
          </a:p>
        </p:txBody>
      </p:sp>
      <p:pic>
        <p:nvPicPr>
          <p:cNvPr id="6" name="Изображение 5" descr="IMG_20261021_155704_resized_20261021_0406395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605" y="1315720"/>
            <a:ext cx="6510020" cy="48825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154940" y="115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Палатка Орион-4-1</a:t>
            </a:r>
            <a:endParaRPr lang="ru-RU" altLang="en-US"/>
          </a:p>
        </p:txBody>
      </p:sp>
      <p:pic>
        <p:nvPicPr>
          <p:cNvPr id="5" name="Изображение 4" descr="IMG_20261021_155510_resized_20261021_0406402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0" y="931545"/>
            <a:ext cx="6659880" cy="4994910"/>
          </a:xfrm>
          <a:prstGeom prst="rect">
            <a:avLst/>
          </a:prstGeom>
        </p:spPr>
      </p:pic>
      <p:pic>
        <p:nvPicPr>
          <p:cNvPr id="6" name="Изображение 5" descr="IMG_20261021_155609_resized_20261021_0406398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931545"/>
            <a:ext cx="4737735" cy="3553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143510" y="1943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Палатк</a:t>
            </a:r>
            <a:r>
              <a:rPr lang="ru-RU" altLang="en-US"/>
              <a:t>и</a:t>
            </a:r>
            <a:r>
              <a:rPr lang="en-US" altLang="en-US"/>
              <a:t> Волхов-3</a:t>
            </a:r>
            <a:r>
              <a:rPr lang="ru-RU" altLang="en-US"/>
              <a:t> 2 шт.</a:t>
            </a:r>
            <a:endParaRPr lang="ru-RU" altLang="en-US"/>
          </a:p>
        </p:txBody>
      </p:sp>
      <p:pic>
        <p:nvPicPr>
          <p:cNvPr id="5" name="Изображение 4" descr="IMG_20261021_154719_resized_20261021_0406411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5155" y="88900"/>
            <a:ext cx="4286250" cy="5715000"/>
          </a:xfrm>
          <a:prstGeom prst="rect">
            <a:avLst/>
          </a:prstGeom>
        </p:spPr>
      </p:pic>
      <p:pic>
        <p:nvPicPr>
          <p:cNvPr id="6" name="Изображение 5" descr="IMG_20261021_154755_resized_20261021_0406407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530" y="1297940"/>
            <a:ext cx="3379470" cy="4505960"/>
          </a:xfrm>
          <a:prstGeom prst="rect">
            <a:avLst/>
          </a:prstGeom>
        </p:spPr>
      </p:pic>
      <p:pic>
        <p:nvPicPr>
          <p:cNvPr id="7" name="Изображение 6" descr="IMG_20261021_154928_resized_20261021_0406405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95" y="2143760"/>
            <a:ext cx="4099560" cy="30746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0" y="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Термос с краном </a:t>
            </a:r>
            <a:r>
              <a:rPr lang="en-US" altLang="ru-RU"/>
              <a:t>HOT STUFF 1,5 </a:t>
            </a:r>
            <a:r>
              <a:rPr lang="en-US" altLang="en-US"/>
              <a:t>л</a:t>
            </a:r>
            <a:endParaRPr lang="ru-RU" altLang="en-US"/>
          </a:p>
        </p:txBody>
      </p:sp>
      <p:pic>
        <p:nvPicPr>
          <p:cNvPr id="5" name="Изображение 4" descr="IMG_20261021_144831_resized_20261021_0726562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795" y="439420"/>
            <a:ext cx="4813935" cy="6418580"/>
          </a:xfrm>
          <a:prstGeom prst="rect">
            <a:avLst/>
          </a:prstGeom>
        </p:spPr>
      </p:pic>
      <p:pic>
        <p:nvPicPr>
          <p:cNvPr id="6" name="Изображение 5" descr="IMG_20261021_144844_resized_20261021_072656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860" y="1808480"/>
            <a:ext cx="3787140" cy="5049520"/>
          </a:xfrm>
          <a:prstGeom prst="rect">
            <a:avLst/>
          </a:prstGeom>
        </p:spPr>
      </p:pic>
      <p:pic>
        <p:nvPicPr>
          <p:cNvPr id="7" name="Изображение 6" descr="IMG_20261021_144915_resized_20261021_0726558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690" y="2044700"/>
            <a:ext cx="3432810" cy="45777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Текстовое поле 4"/>
          <p:cNvSpPr txBox="1"/>
          <p:nvPr/>
        </p:nvSpPr>
        <p:spPr>
          <a:xfrm>
            <a:off x="109855" y="1263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Шкаф сушильно-стерилизационный ШС-80 м</a:t>
            </a:r>
            <a:endParaRPr lang="ru-RU" altLang="en-US"/>
          </a:p>
        </p:txBody>
      </p:sp>
      <p:pic>
        <p:nvPicPr>
          <p:cNvPr id="6" name="Изображение 5" descr="IMG_20261021_145943_resized_20261021_0726552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4680"/>
            <a:ext cx="4682490" cy="6243320"/>
          </a:xfrm>
          <a:prstGeom prst="rect">
            <a:avLst/>
          </a:prstGeom>
        </p:spPr>
      </p:pic>
      <p:pic>
        <p:nvPicPr>
          <p:cNvPr id="7" name="Изображение 6" descr="IMG_20261021_150003_resized_20261021_0726550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85" y="427355"/>
            <a:ext cx="4603750" cy="61385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75565" y="927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Горелка газовая</a:t>
            </a:r>
            <a:r>
              <a:rPr lang="ru-RU" altLang="en-US"/>
              <a:t> 4 шт.</a:t>
            </a:r>
            <a:endParaRPr lang="ru-RU" altLang="en-US"/>
          </a:p>
        </p:txBody>
      </p:sp>
      <p:pic>
        <p:nvPicPr>
          <p:cNvPr id="6" name="Изображение 5" descr="IMG_20261021_165443_resized_20261021_0510445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3420" y="702945"/>
            <a:ext cx="4417695" cy="58908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86995" y="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Доска маркерная</a:t>
            </a:r>
            <a:endParaRPr lang="ru-RU" altLang="en-US"/>
          </a:p>
        </p:txBody>
      </p:sp>
      <p:pic>
        <p:nvPicPr>
          <p:cNvPr id="5" name="Изображение 4" descr="IMG_20261021_150935_resized_20261021_0406437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2865" y="314960"/>
            <a:ext cx="4671060" cy="62280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86995" y="704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Пила</a:t>
            </a:r>
            <a:r>
              <a:rPr lang="ru-RU" altLang="en-US"/>
              <a:t> 3 шт.</a:t>
            </a:r>
            <a:endParaRPr lang="ru-RU" altLang="en-US"/>
          </a:p>
        </p:txBody>
      </p:sp>
      <p:pic>
        <p:nvPicPr>
          <p:cNvPr id="5" name="Изображение 4" descr="IMG_20261021_151424_resized_20261021_0406434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965" y="175260"/>
            <a:ext cx="4772025" cy="6362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0" y="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Плита газовая</a:t>
            </a:r>
            <a:endParaRPr lang="ru-RU" altLang="en-US"/>
          </a:p>
        </p:txBody>
      </p:sp>
      <p:pic>
        <p:nvPicPr>
          <p:cNvPr id="5" name="Изображение 4" descr="IMG_20261021_152123_resized_20261021_0406419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" y="571500"/>
            <a:ext cx="7620000" cy="5715000"/>
          </a:xfrm>
          <a:prstGeom prst="rect">
            <a:avLst/>
          </a:prstGeom>
        </p:spPr>
      </p:pic>
      <p:pic>
        <p:nvPicPr>
          <p:cNvPr id="6" name="Изображение 5" descr="IMG_20261021_152134_resized_20261021_0406416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375" y="571500"/>
            <a:ext cx="4468495" cy="33515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210820" y="1943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Рация</a:t>
            </a:r>
            <a:r>
              <a:rPr lang="ru-RU" altLang="en-US"/>
              <a:t> 2 комплекта</a:t>
            </a:r>
            <a:endParaRPr lang="ru-RU" altLang="en-US"/>
          </a:p>
        </p:txBody>
      </p:sp>
      <p:pic>
        <p:nvPicPr>
          <p:cNvPr id="5" name="Изображение 4" descr="IMG_20261021_145305_resized_20261021_0726556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720" y="194310"/>
            <a:ext cx="4645025" cy="61937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0" y="1263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Сачок прудовый</a:t>
            </a:r>
            <a:endParaRPr lang="ru-RU" altLang="en-US"/>
          </a:p>
        </p:txBody>
      </p:sp>
      <p:pic>
        <p:nvPicPr>
          <p:cNvPr id="5" name="Изображение 4" descr="IMG_20261021_151719_resized_20261021_040643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1665" y="907415"/>
            <a:ext cx="7620000" cy="5715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76200" y="704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Солемер</a:t>
            </a:r>
            <a:endParaRPr lang="ru-RU" altLang="en-US"/>
          </a:p>
        </p:txBody>
      </p:sp>
      <p:pic>
        <p:nvPicPr>
          <p:cNvPr id="5" name="Изображение 4" descr="IMG_20261021_145503_resized_20261021_0726554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3830" y="254000"/>
            <a:ext cx="4459605" cy="59467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143510" y="10414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Тент груповой </a:t>
            </a:r>
            <a:r>
              <a:rPr lang="ru-RU" altLang="en-US"/>
              <a:t>8</a:t>
            </a:r>
            <a:r>
              <a:rPr lang="en-US" altLang="en-US"/>
              <a:t> шт</a:t>
            </a:r>
            <a:endParaRPr lang="ru-RU" altLang="en-US"/>
          </a:p>
        </p:txBody>
      </p:sp>
      <p:pic>
        <p:nvPicPr>
          <p:cNvPr id="5" name="Изображение 4" descr="IMG_20261021_151839_resized_20261021_0406428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" y="590550"/>
            <a:ext cx="5185410" cy="3889375"/>
          </a:xfrm>
          <a:prstGeom prst="rect">
            <a:avLst/>
          </a:prstGeom>
        </p:spPr>
      </p:pic>
      <p:pic>
        <p:nvPicPr>
          <p:cNvPr id="6" name="Изображение 5" descr="IMG_20261021_151858_resized_20261021_040642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865" y="590550"/>
            <a:ext cx="5185410" cy="3890010"/>
          </a:xfrm>
          <a:prstGeom prst="rect">
            <a:avLst/>
          </a:prstGeom>
        </p:spPr>
      </p:pic>
      <p:pic>
        <p:nvPicPr>
          <p:cNvPr id="7" name="Изображение 6" descr="IMG_20261021_151947_resized_20261021_040642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645" y="4479925"/>
            <a:ext cx="3116580" cy="23380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WPS Presentation</Application>
  <PresentationFormat>Широкоэкранный</PresentationFormat>
  <Paragraphs>34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polyd</dc:creator>
  <cp:lastModifiedBy>WPS_1775125980</cp:lastModifiedBy>
  <cp:revision>1</cp:revision>
  <dcterms:created xsi:type="dcterms:W3CDTF">2026-10-21T17:03:17Z</dcterms:created>
  <dcterms:modified xsi:type="dcterms:W3CDTF">2026-10-21T17:03:18Z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7D172DD03F6142B5864CBF9B2E548F54_11</vt:lpwstr>
  </property>
</Properties>
</file>